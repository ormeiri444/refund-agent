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111 of 248 requests were decided automatically, 137 by people. Mean 8.2 minutes per human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and numbers from docs/eda/findings.md sections 3 to 6; scripts/eda.py reverse-engineers the old rule as the tightest box around every auto-decided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Rules: policies/v1.json, each with the policy note it comes from. Cap table and chargeback figure: docs/eda/findings.md section 8 and refund-agent backtest.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flow is src/data/normalize.py -&gt; src/policy/engine.py -&gt; src/queue.py; the model is only called from the extractor. Screens are app/pages; the test is refund-agent backtest.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column from findings.md sections 2 to 6; right column from the backtest ('The line') and the two screens. Slides 5 to 7 give the detail behind each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Baselines come from the replay: about $450 per week approved automatically over 11 weeks of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Checked on 205 notes labelled by hand; details and every mismatch in docs/eda/extractor_eval.md.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was 4-6 hours; a narrow thing that runs plus a clear list of what was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Refund requests: let rules take the easy 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1EDE4"/>
                </a:solidFill>
                <a:latin typeface="Calibri"/>
              </a:rPr>
              <a:t>What happens today, from 3 months of real decisions (248 requests)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06040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of requests were approved by an old automatic rule nobody remembers. Only 14% of the money.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37360"/>
            <a:ext cx="2606040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8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50591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is what a person spends per request. 1,119 minutes in the sample, 4 reviewers.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2606040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4573D"/>
                </a:solidFill>
                <a:latin typeface="Cambria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05072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chargebacks: the bank took the money back after we refunded. About $2,519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291840"/>
            <a:ext cx="2606040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38328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005072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small, clean requests went to a person only because the account was new. 21 were approved anyway.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544068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Before: one queue for everything. A $20 shirt in the wrong size waits behind a $495 fraud case.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After: written rules approve the safe cases. People get the rest, with the reason and the evidence. The manager changes the rules herself, and sees the effect before it goes live.</a:t>
            </a:r>
          </a:p>
        </p:txBody>
      </p:sp>
      <p:pic>
        <p:nvPicPr>
          <p:cNvPr id="18" name="Picture 17" descr="fig4_reviewer_minutes_by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440680" cy="2266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7920" y="4187190"/>
            <a:ext cx="54406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1EDE4"/>
                </a:solidFill>
                <a:latin typeface="Calibri"/>
              </a:rPr>
              <a:t>Where reviewer time goes. The tiny approvals under $50 are only 6% of it. Most time goes to $50–200 requests, where the answer sits in a note: was there a photo, did the warehouse confirm a mistake.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Today's line, read off the data</a:t>
            </a:r>
          </a:p>
        </p:txBody>
      </p:sp>
      <p:pic>
        <p:nvPicPr>
          <p:cNvPr id="3" name="Picture 2" descr="fig3_old_rule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7040880" cy="3520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92040"/>
            <a:ext cx="704088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4573D"/>
                </a:solidFill>
                <a:latin typeface="Cambria"/>
              </a:rPr>
              <a:t>Where it breaks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Everything the rule does not take sits in one queue: the $495 fraud case next to the $20 shirt. 3 fraud-flagged requests were approved without asking the fraud team; 2 of them charged back. 10 decisions went against the manager's own notes. 3 rejections were overturned on appeal; one of those customers closed the account.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234440"/>
            <a:ext cx="3779215" cy="51206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371600"/>
            <a:ext cx="3322015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What we read off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874519"/>
            <a:ext cx="3322015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Nobody wrote the old rule down, so we found it in 248 past decisions: every automatic approval is $54 or less, from an account 9 months or older, with no earlier refund.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It reads nothing: not the reason, not the notes, not the fraud flag beyond 'not yes'.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6 requests inside that box were still decided by a person (3 approved, 3 rejected). Most carry a note, so the rule probably skips anything with free text.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22 small, clean requests fell just outside it because the account was under 9 months old. A person approved 21 of them: the 'two minutes clicking approve'.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111 of 248 requests (45%), but only $3,377, 14% of the money. One of its approvals charged back: $49, with no note to read.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The new line: her notes set the rules, the data sets the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54406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92608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 manager wrote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the rules do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1. small stuff from good customers goes through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up to $200 with no red flag: approve (numbers on the right)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2. change of mind: 14 days, no exceptions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within 14 days: approve; after: a person (the system never rejects)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3. damage: a photo for anything over $50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$50 or less: approve; over: only if the note says the photo shows damage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4. never arrived: signature means reject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always a person; a rejection is a person's call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5. fraud flag goes to the fraud team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fraud queue, always; a blank flag is unreadable: a person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6. our mistake: full refund; partials are the reviewer's call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picking error confirmed in the note: approve; late delivery: a person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5440680" cy="2148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4A4A"/>
                </a:solidFill>
                <a:latin typeface="Cambria"/>
              </a:rPr>
              <a:t>Four of the six turn on what the note says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A photo, carrier proof, a stolen card, a confirmed picking error. Those became five yes/no questions a model answers, each with the quote it relied on; 'unknown' never approves.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The replay corrected us once: the first question was 'photo attached', and it approved two claims where the photo showed the item was fine. It became 'does the photo show damage'.</a:t>
            </a:r>
          </a:p>
        </p:txBody>
      </p:sp>
      <p:pic>
        <p:nvPicPr>
          <p:cNvPr id="5" name="Picture 4" descr="fig2_amount_vs_dec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440680" cy="2266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3638550"/>
            <a:ext cx="5440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A4A4A"/>
                </a:solidFill>
                <a:latin typeface="Cambria"/>
              </a:rPr>
              <a:t>Numbers from the data: the cap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4050029"/>
          <a:ext cx="5440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417320"/>
                <a:gridCol w="164592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approved alone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reviewer minutes saved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bad approvals a note could catch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$54 (old)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104 (42%)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$100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111 (45%)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86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$150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115 (46%)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104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$200 (chosen)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120 (48%)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5650230"/>
            <a:ext cx="54406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$200 is the highest cap with zero catchable bad approvals, and the chargebacks sit above $150. Above $150 there are only 5 past cases, so the evidence is thin; the manager can lower it with one change. Also from the data: accounts under 3 months (both fraud-flagged chargebacks were 1 to 2 months old) and customers with two earlier refunds go to a person.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What we added: rules, a note reader, two screens, and a 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371600" cy="14630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97280" cy="13167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4A4A"/>
                </a:solidFill>
                <a:latin typeface="Cambria"/>
              </a:rPr>
              <a:t>A request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B1B1B"/>
                </a:solidFill>
                <a:latin typeface="Calibri"/>
              </a:rPr>
              <a:t>From the web form or the support desk, as a CSV.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65960" y="1810512"/>
            <a:ext cx="274320" cy="310896"/>
          </a:xfrm>
          <a:prstGeom prst="rightArrow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1234440"/>
            <a:ext cx="1920240" cy="14630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1307592"/>
            <a:ext cx="1645920" cy="13167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4A4A"/>
                </a:solidFill>
                <a:latin typeface="Cambria"/>
              </a:rPr>
              <a:t>Clean the file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B1B1B"/>
                </a:solidFill>
                <a:latin typeface="Calibri"/>
              </a:rPr>
              <a:t>Fix dates, amounts, Y/N flags and reason spellings. Hide card numbers. Flag duplicate ids.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51959" y="1810512"/>
            <a:ext cx="274320" cy="310896"/>
          </a:xfrm>
          <a:prstGeom prst="rightArrow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234440"/>
            <a:ext cx="2377440" cy="1463040"/>
          </a:xfrm>
          <a:prstGeom prst="round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307592"/>
            <a:ext cx="2103120" cy="13167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mbria"/>
              </a:rPr>
              <a:t>Written rules decide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An ordered list in a versioned file: 7 'send to a person' rules first, 4 'approve' rules after. First match wins. Unknown never approves.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95159" y="1810512"/>
            <a:ext cx="274320" cy="310896"/>
          </a:xfrm>
          <a:prstGeom prst="rightArrow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0" y="1234440"/>
            <a:ext cx="1828800" cy="6858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307592"/>
            <a:ext cx="15544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4A4A"/>
                </a:solidFill>
                <a:latin typeface="Cambria"/>
              </a:rPr>
              <a:t>Approve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B1B1B"/>
                </a:solidFill>
                <a:latin typeface="Calibri"/>
              </a:rPr>
              <a:t>120 of 248 (48%); rule and quote recorded.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011680"/>
            <a:ext cx="1828800" cy="6858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084832"/>
            <a:ext cx="15544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4A4A"/>
                </a:solidFill>
                <a:latin typeface="Cambria"/>
              </a:rPr>
              <a:t>To a person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B1B1B"/>
                </a:solidFill>
                <a:latin typeface="Calibri"/>
              </a:rPr>
              <a:t>128 of 248, with the reason in plain words.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89720" y="2199132"/>
            <a:ext cx="274320" cy="310896"/>
          </a:xfrm>
          <a:prstGeom prst="rightArrow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9760" y="1234440"/>
            <a:ext cx="2133295" cy="14630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307592"/>
            <a:ext cx="1858975" cy="13167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4A4A"/>
                </a:solidFill>
                <a:latin typeface="Cambria"/>
              </a:rPr>
              <a:t>Two queues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B1B1B"/>
                </a:solidFill>
                <a:latin typeface="Calibri"/>
              </a:rPr>
              <a:t>The reviewer queue, oldest first. The fraud queue for flagged cases.</a:t>
            </a:r>
          </a:p>
        </p:txBody>
      </p:sp>
      <p:sp>
        <p:nvSpPr>
          <p:cNvPr id="19" name="Up Arrow 18"/>
          <p:cNvSpPr/>
          <p:nvPr/>
        </p:nvSpPr>
        <p:spPr>
          <a:xfrm>
            <a:off x="5605272" y="2752344"/>
            <a:ext cx="310896" cy="256032"/>
          </a:xfrm>
          <a:prstGeom prst="upArrow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3063240"/>
            <a:ext cx="2377440" cy="118872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136392"/>
            <a:ext cx="2103120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4A4A"/>
                </a:solidFill>
                <a:latin typeface="Cambria"/>
              </a:rPr>
              <a:t>A model reads the note, only when a rule asks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B1B1B"/>
                </a:solidFill>
                <a:latin typeface="Calibri"/>
              </a:rPr>
              <a:t>Five yes/no questions, each with the quote it relied on. Answers are saved. No key means 'unknown', which goes to a person.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063240"/>
            <a:ext cx="3474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A4A4A"/>
                </a:solidFill>
                <a:latin typeface="Calibri"/>
              </a:rPr>
              <a:t>The same path on the command line and in the app.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refund-agent decide any.csv writes one line per request: the outcome, the rule that fired, the facts it used, the rules version. Nothing in the app is a mock.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063240"/>
            <a:ext cx="4327855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A4A4A"/>
                </a:solidFill>
                <a:latin typeface="Calibri"/>
              </a:rPr>
              <a:t>Two outcomes only.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Approve, or send to a person. The system never rejects: a wrong rejection costs an appeal and maybe the customer. Rejecting stays with people.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80560"/>
            <a:ext cx="3545738" cy="1920239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308853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The reviewer's screen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3088538" cy="11887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Calibri"/>
              </a:rPr>
              <a:t>Why the request is here, in plain words; what the model read, with the exact quote; the customer's history; the manager's note that applies.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Calibri"/>
              </a:rPr>
              <a:t>Approve, approve part, reject, or send to the fraud team. Each goes to the log with the reviewer's name and the rules version.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2978" y="4480560"/>
            <a:ext cx="3545738" cy="1920239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1578" y="4617720"/>
            <a:ext cx="308853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The manager's screen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1578" y="5074920"/>
            <a:ext cx="3088538" cy="11887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Calibri"/>
              </a:rPr>
              <a:t>She types a sentence ('anything over $300 comes to us'); the model turns it into a rule, or says why it cannot.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Calibri"/>
              </a:rPr>
              <a:t>A dry run replays old and new rules on the 248 past requests; then she publishes a new version. Rollback is one click.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7316" y="4480560"/>
            <a:ext cx="3545738" cy="1920239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5916" y="4617720"/>
            <a:ext cx="308853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4573D"/>
                </a:solidFill>
                <a:latin typeface="Cambria"/>
              </a:rPr>
              <a:t>The replay, as a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5916" y="5074920"/>
            <a:ext cx="3088538" cy="11887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Calibri"/>
              </a:rPr>
              <a:t>Every version is run on the 248 decided requests, where we know what happened next.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Calibri"/>
              </a:rPr>
              <a:t>If it would approve a past bad case that a note or flag could have caught, the test fails and blocks publishing.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What changes: today and with the system, side by side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9167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23360"/>
                <a:gridCol w="4919472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today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the system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who decides the money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an old rule nobody remembers, then four reviewers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written rules in a versioned file; first matching rule wins; people take the rest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approved without a person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111 of 248 (45%), $3,377: $54 or less, no earlier refunds, account 9 months or older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120 of 248 (48%), $5,015: safe cases up to $200, with the notes read; 100% agreed with the final human decision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reviewer time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1,119 minutes over 137 requests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963 minutes: 156 saved, and the small clean cases no longer wait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why a request was approved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not recorded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the rule that fired and the quote from the note, in the decision log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what the reviewer sees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the raw request, in one queue with no order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why it is here, what the model read, the customer's history, the policy note that applies; oldest first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fraud-flagged cases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same queue; 3 approved without the fraud team, 2 charged back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their own queue; the rules never approve a fraud flag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changing a rule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find whoever set it up at IT; no way to test it first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the manager types a sentence, sees the dry run on 248 past cases, publishes a version; rollback in one click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catching a bad rule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 chargeback, weeks later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the replay before publishing; five weekly numbers and two rollback levels after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rejecting a customer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the reviewer's call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unchanged: the system never rejects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983480"/>
            <a:ext cx="3545738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3179978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6E6E"/>
                </a:solidFill>
                <a:latin typeface="Cambria"/>
              </a:rPr>
              <a:t>+$1,638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96712"/>
            <a:ext cx="3179978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approved without a person on the same 248 requests: 120 instead of 111, $5,015 instead of $3,377.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4983480"/>
            <a:ext cx="3545738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5858" y="5074920"/>
            <a:ext cx="3179978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6E6E"/>
                </a:solidFill>
                <a:latin typeface="Cambria"/>
              </a:rPr>
              <a:t>156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5858" y="5696712"/>
            <a:ext cx="3179978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of reviewer time saved out of 1,119, and no small clean request waits behind a fraud 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4983480"/>
            <a:ext cx="3545738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0196" y="5074920"/>
            <a:ext cx="3179978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4573D"/>
                </a:solidFill>
                <a:latin typeface="Cambr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196" y="5696712"/>
            <a:ext cx="3179978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bad approvals a note or flag could have caught, in the replay. The one it cannot catch is a $49 case with no note.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How we would know it is wrong: before switch-on, and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23774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Before: the replay is a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Every version is replayed on the 248 past requests. 'Bad' means approved, then a chargeback, a fraud flag the fraud team never confirmed, or a reviewer's no. If a note or flag could have caught it, the test fails and the change cannot be published.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The model's reading of notes is checked separately on 205 notes labelled by hand (slide 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5440680" cy="256032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93192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4573D"/>
                </a:solidFill>
                <a:latin typeface="Cambria"/>
              </a:rPr>
              <a:t>Rollback, two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4983480" cy="17830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One bad case: a chargeback on something the system approved. The manager switches off the one rule that approved it. No engineer needed.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A pattern over 4 weeks: more chargebacks on automatic approvals than people had (3.7%), or one week paying out 1.5 times the usual. She publishes a rule that sends everything to people. Same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440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After: five numbers, checked weekly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737360"/>
          <a:ext cx="5440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60604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number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good looks like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share approved automatically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about 48%, and stable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chargebacks on automatic approvals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zero; below the human rate of 3.7%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dollars approved automatically per week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about $450; never above 1.5×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oldest request waiting for a person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under one working day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appeals on reviewer rejections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fewer than today's 3 of 24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3931920"/>
            <a:ext cx="54406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Honest note: 248 past requests is a small sample. The replay proves we did not repeat a known mistake; the weekly numbers are the real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Where the AI is used, where it is not, and why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246888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Used, for two narrow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Reading notes: five yes/no questions per note, with the quote it relied on. Only when a rule needs it. Answers are saved, so a note is read once.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Turning the manager's sentence into a rule. The code checks that the rule only uses things the system can measure.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86200"/>
            <a:ext cx="5440680" cy="246888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4573D"/>
                </a:solidFill>
                <a:latin typeface="Cambria"/>
              </a:rPr>
              <a:t>Deliberately not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498348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Deciding money. A rule gives the same answer every time and can be tested; a model does neither.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Rejecting anyone. Rejections stay with people.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A 'risk score' model: 248 rows is too few, and a line you can explain is worth more.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440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Model, cost, and how well it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4406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Claude Haiku 5.5, the small fast model. About $0.0002 per note read; most requests need no call, so under $0.0001 per decision.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No API key: the answers are 'unknown' and those requests go to a person. It never approves blindly.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3520440"/>
          <a:ext cx="5440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600200"/>
                <a:gridCol w="132588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 the model answers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when it says yes, it is right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finds the yes cases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photo shows the damage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97%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carrier has proof of delivery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carrier opened an investigation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76%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card confirmed stolen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91%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our mistake confirmed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5394960"/>
            <a:ext cx="54406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A wrong 'yes' could approve money, so that is the number that must be perfect. A missed 'yes' only sends the case to a person.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What was left out, and what comes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51206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Left out 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Login, hosting, real payments, a real fraud-team workflow, a database, notifications.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Editing an existing rule in place: today it is done by sentence, or by switching one rule off and adding another.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Approval rules sit below the guard rules by default; moving one up is possible, and the red list in the dry run is the safety 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40680" cy="51206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4573D"/>
                </a:solidFill>
                <a:latin typeface="Cambria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98348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A monitoring page fed by the decision logs: the five weekly numbers, with the rollback lines drawn on.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Re-check a sample of the model's answers every week; alert if a question's accuracy drops.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Make the engine always run guard rules before approval rules, and let one sentence become several changes ('stolen-card cases go straight through' really means: narrow the fraud guard, then add an approval).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Real carrier data for signatures and traces, instead of reading support shorthand.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When a reviewer overrides a routed case, suggest the rule change that would have automated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