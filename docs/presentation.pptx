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111 of 248 requests were decided automatically, 137 by people. Mean 8.2 minutes per human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from docs/eda/findings.md sections 2 to 6: the old rule reverse-engineered, reviewer minutes by band, bad outcomes, decisions against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flow is src/data/normalize.py -&gt; src/policy/engine.py -&gt; src/queue.py; the model is only called from the extractor. Screens are app/pages; the test is refund-agent backtest.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column from findings.md sections 2 to 6; right column from the backtest ('The line') and the two screens. Slides 5 to 7 give the detail behind each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rules live in policies/v1.json: a list of yes/no questions about the notes and an ordered list of rules. First matching rule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from docs/eda/findings.md, section 'The line', generated by refund-agent backtest.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on these screens is a mock: they call the same engine and logs as the command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Baselines come from the replay: about $450 per week approved automatically over 11 weeks of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Checked on 205 notes labelled by hand; details and every mismatch in docs/eda/extractor_eval.md.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 was 4-6 hours; a narrow thing that runs plus a clear list of what was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regenerates from the repo: scripts/eda.py, refund-agent backtest, scripts/eval_extractor.py, scripts/build_slides.py.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Refund requests: let rules take the easy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1EDE4"/>
                </a:solidFill>
                <a:latin typeface="Calibri"/>
              </a:rPr>
              <a:t>What happens today, from 3 months of real decisions (248 requests)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606040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45%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50591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of requests were approved by an old automatic rule nobody remembers. Only 14% of the money.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737360"/>
            <a:ext cx="2606040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8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50591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is what a person spends per request. 1,119 minutes in the sample, 4 reviewers.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2606040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8328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4573D"/>
                </a:solidFill>
                <a:latin typeface="Cambria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05072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chargebacks: the bank took the money back after we refunded. About $2,519 lost.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3291840"/>
            <a:ext cx="2606040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338328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005072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small, clean requests went to a person only because the account was new. 21 were approved anyway.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92040"/>
            <a:ext cx="544068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Before: one queue for everything. A $20 shirt in the wrong size waits behind a $495 fraud case.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After: written rules approve the safe cases. People get the rest, with the reason and the evidence. The manager changes the rules herself, and sees the effect before it goes live.</a:t>
            </a:r>
          </a:p>
        </p:txBody>
      </p:sp>
      <p:pic>
        <p:nvPicPr>
          <p:cNvPr id="18" name="Picture 17" descr="fig4_reviewer_minutes_by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37360"/>
            <a:ext cx="5440680" cy="22669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17920" y="4187190"/>
            <a:ext cx="54406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1EDE4"/>
                </a:solidFill>
                <a:latin typeface="Calibri"/>
              </a:rPr>
              <a:t>Where reviewer time goes. The tiny approvals under $50 are only 6% of it. Most time goes to $50–200 requests, where the answer sits in a note: was there a photo, did the warehouse confirm a mistake.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Today: one old rule, then one queue for everything else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5440680" cy="73152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07592"/>
            <a:ext cx="516636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A refund request arrives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From the web form or the support desk. About 22 a week; 248 in the 3 months we looked at.</a:t>
            </a:r>
          </a:p>
        </p:txBody>
      </p:sp>
      <p:sp>
        <p:nvSpPr>
          <p:cNvPr id="5" name="Down Arrow 4"/>
          <p:cNvSpPr/>
          <p:nvPr/>
        </p:nvSpPr>
        <p:spPr>
          <a:xfrm>
            <a:off x="3113532" y="1965960"/>
            <a:ext cx="310896" cy="274320"/>
          </a:xfrm>
          <a:prstGeom prst="down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5440680" cy="96012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13432"/>
            <a:ext cx="5166360" cy="8138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An old automatic rule, set up by IT last year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Nobody remembers its logic. Worked out from the data: $54 or less, no earlier refunds, account 9 months or older. It reads nothing in the notes.</a:t>
            </a:r>
          </a:p>
        </p:txBody>
      </p:sp>
      <p:sp>
        <p:nvSpPr>
          <p:cNvPr id="8" name="Down Arrow 7"/>
          <p:cNvSpPr/>
          <p:nvPr/>
        </p:nvSpPr>
        <p:spPr>
          <a:xfrm>
            <a:off x="1696212" y="3200400"/>
            <a:ext cx="310896" cy="274320"/>
          </a:xfrm>
          <a:prstGeom prst="down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wn Arrow 8"/>
          <p:cNvSpPr/>
          <p:nvPr/>
        </p:nvSpPr>
        <p:spPr>
          <a:xfrm>
            <a:off x="4530852" y="3200400"/>
            <a:ext cx="310896" cy="274320"/>
          </a:xfrm>
          <a:prstGeom prst="down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2606040" cy="132588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47872"/>
            <a:ext cx="2331720" cy="11795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Approved, no record of why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111 of 248 requests (45%), but only $3,377: 14% of the money. One of them later charged 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3474720"/>
            <a:ext cx="2606040" cy="132588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3547872"/>
            <a:ext cx="2331720" cy="11795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One queue; four people read the rest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137 requests, 8 minutes each: 1,119 minutes. No order: a $20 shirt in the wrong size waits behind a $495 fraud case.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530852" y="4800600"/>
            <a:ext cx="310896" cy="274320"/>
          </a:xfrm>
          <a:prstGeom prst="down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83280" y="5074920"/>
            <a:ext cx="2606040" cy="128016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5148072"/>
            <a:ext cx="2331720" cy="11338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Approve, partial, reject, or fraud team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Guided by seven notes from the manager that live in her email, not in any tool. 10 decisions went against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074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Calibri"/>
              </a:rPr>
              <a:t>The rule cannot be changed by the people who own the policy: nobody knows where it lives or what it says.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234440"/>
            <a:ext cx="5440680" cy="51206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371600"/>
            <a:ext cx="4983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4573D"/>
                </a:solidFill>
                <a:latin typeface="Cambria"/>
              </a:rPr>
              <a:t>What it costs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874519"/>
            <a:ext cx="498348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Reviewer time goes to easy cases: 28 requests of $50 or less were approved in full after a person read them. 22 reached a person only because the account was new; 21 of those were approved anyway.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Fraud-flagged cases sit in the same queue as everything else. 3 were approved without asking the fraud team; 2 of those charged back.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8 chargebacks in 3 months, about $2,519 including the $25 fees. 7 of the 8 were approved by a person, and most carried a sign that could have been read: a fraud flag, or a carrier signature on a 'never arrived' claim.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3 rejections were overturned on appeal; one of those customers closed the account.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When something goes wrong, there is no record of why the request was approved, and no way to test a different rule before trying it on real customers.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What we added: rules, a note reader, two screens, and a test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371600" cy="14630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07592"/>
            <a:ext cx="1097280" cy="13167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A request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From the web form or the support desk, as a CSV.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65960" y="1810512"/>
            <a:ext cx="274320" cy="310896"/>
          </a:xfrm>
          <a:prstGeom prst="right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286000" y="1234440"/>
            <a:ext cx="1920240" cy="14630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1307592"/>
            <a:ext cx="1645920" cy="13167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Clean the file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Fix dates, amounts, Y/N flags and reason spellings. Hide card numbers. Flag duplicate ids.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51959" y="1810512"/>
            <a:ext cx="274320" cy="310896"/>
          </a:xfrm>
          <a:prstGeom prst="right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0" y="1234440"/>
            <a:ext cx="2377440" cy="1463040"/>
          </a:xfrm>
          <a:prstGeom prst="roundRect">
            <a:avLst/>
          </a:prstGeom>
          <a:solidFill>
            <a:srgbClr val="0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307592"/>
            <a:ext cx="2103120" cy="13167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mbria"/>
              </a:rPr>
              <a:t>Written rules decide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An ordered list in a versioned file: 7 'send to a person' rules first, 4 'approve' rules after. First match wins. Unknown never approves.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95159" y="1810512"/>
            <a:ext cx="274320" cy="310896"/>
          </a:xfrm>
          <a:prstGeom prst="right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0" y="1234440"/>
            <a:ext cx="1828800" cy="6858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307592"/>
            <a:ext cx="1554480" cy="5394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Approve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120 of 248 (48%); rule and quote recorded.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1828800" cy="6858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2084832"/>
            <a:ext cx="1554480" cy="5394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To a person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128 of 248, with the reason in plain words.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89720" y="2199132"/>
            <a:ext cx="274320" cy="310896"/>
          </a:xfrm>
          <a:prstGeom prst="right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9760" y="1234440"/>
            <a:ext cx="2133295" cy="14630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1307592"/>
            <a:ext cx="1858975" cy="13167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Two queues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The reviewer queue, oldest first. The fraud queue for flagged cases.</a:t>
            </a:r>
          </a:p>
        </p:txBody>
      </p:sp>
      <p:sp>
        <p:nvSpPr>
          <p:cNvPr id="19" name="Up Arrow 18"/>
          <p:cNvSpPr/>
          <p:nvPr/>
        </p:nvSpPr>
        <p:spPr>
          <a:xfrm>
            <a:off x="5605272" y="2752344"/>
            <a:ext cx="310896" cy="256032"/>
          </a:xfrm>
          <a:prstGeom prst="up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0" y="3063240"/>
            <a:ext cx="2377440" cy="118872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60" y="3136392"/>
            <a:ext cx="2103120" cy="10424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A model reads the note, only when a rule asks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Five yes/no questions, each with the quote it relied on. Answers are saved. No key means 'unknown', which goes to a person.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063240"/>
            <a:ext cx="34747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4A4A"/>
                </a:solidFill>
                <a:latin typeface="Calibri"/>
              </a:rPr>
              <a:t>The same path on the command line and in the app.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Calibri"/>
              </a:rPr>
              <a:t>refund-agent decide any.csv writes one line per request: the outcome, the rule that fired, the facts it used, the rules version. Nothing in the app is a mock.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063240"/>
            <a:ext cx="4327855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4A4A"/>
                </a:solidFill>
                <a:latin typeface="Calibri"/>
              </a:rPr>
              <a:t>Two outcomes only.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Calibri"/>
              </a:rPr>
              <a:t>Approve, or send to a person. The system never rejects: a wrong rejection costs an appeal and maybe the customer. Rejecting stays with people.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80560"/>
            <a:ext cx="3545738" cy="1920239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17720"/>
            <a:ext cx="308853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The reviewer's screen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74920"/>
            <a:ext cx="3088538" cy="11887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Why the request is here, in plain words; what the model read, with the exact quote; the customer's history; the manager's note that applies.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Approve, approve part, reject, or send to the fraud team. Each goes to the log with the reviewer's name and the rules version.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2978" y="4480560"/>
            <a:ext cx="3545738" cy="1920239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51578" y="4617720"/>
            <a:ext cx="308853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The manager's screen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1578" y="5074920"/>
            <a:ext cx="3088538" cy="11887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She types a sentence ('anything over $300 comes to us'); the model turns it into a rule, or says why it cannot.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A dry run replays old and new rules on the 248 past requests; then she publishes a new version. Rollback is one click.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7316" y="4480560"/>
            <a:ext cx="3545738" cy="1920239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5916" y="4617720"/>
            <a:ext cx="308853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4573D"/>
                </a:solidFill>
                <a:latin typeface="Cambria"/>
              </a:rPr>
              <a:t>The replay, as a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5916" y="5074920"/>
            <a:ext cx="3088538" cy="11887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Every version is run on the 248 decided requests, where we know what happened next.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If it would approve a past bad case that a note or flag could have caught, the test fails and blocks publishing.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What changes: today and with the system, side by side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9167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023360"/>
                <a:gridCol w="4919472"/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today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 the system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who decides the money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an old rule nobody remembers, then four reviewers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written rules in a versioned file; first matching rule wins; people take the rest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approved without a person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111 of 248 (45%), $3,377: $54 or less, no earlier refunds, account 9 months or older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120 of 248 (48%), $5,015: safe cases up to $200, with the notes read; 100% agreed with the final human decision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reviewer time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1,119 minutes over 137 requests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963 minutes: 156 saved, and the small clean cases no longer wait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why a request was approved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not recorded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the rule that fired and the quote from the note, in the decision 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what the reviewer sees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the raw request, in one queue with no order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why it is here, what the model read, the customer's history, the policy note that applies; oldest first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fraud-flagged cases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same queue; 3 approved without the fraud team, 2 charged 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their own queue; the rules never approve a fraud flag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changing a rule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find whoever set it up at IT; no way to test it first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the manager types a sentence, sees the dry run on 248 past cases, publishes a version; rollback in one click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catching a bad rule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 chargeback, weeks later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the replay before publishing; five weekly numbers and two rollback levels after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rejecting a customer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the reviewer's call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unchanged: the system never rejects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983480"/>
            <a:ext cx="3545738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74920"/>
            <a:ext cx="3179978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6E6E"/>
                </a:solidFill>
                <a:latin typeface="Cambria"/>
              </a:rPr>
              <a:t>+$1,638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96712"/>
            <a:ext cx="3179978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approved without a person on the same 248 requests: 120 instead of 111, $5,015 instead of $3,377.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4983480"/>
            <a:ext cx="3545738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5858" y="5074920"/>
            <a:ext cx="3179978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6E6E"/>
                </a:solidFill>
                <a:latin typeface="Cambria"/>
              </a:rPr>
              <a:t>156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5858" y="5696712"/>
            <a:ext cx="3179978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of reviewer time saved out of 1,119, and no small clean request waits behind a fraud case.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4983480"/>
            <a:ext cx="3545738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0196" y="5074920"/>
            <a:ext cx="3179978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4573D"/>
                </a:solidFill>
                <a:latin typeface="Cambria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196" y="5696712"/>
            <a:ext cx="3179978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bad approvals a note or flag could have caught, in the replay. The one it cannot catch is a $49 case with no note.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The line: what the system decides alone, and what goes to a person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5440680" cy="51206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4983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Goes to a person (checked first)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498348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•  Fraud flag from the payment provider: goes to the fraud team.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•  Anything we cannot read: blank amount, blank fraud flag, unknown account age.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•  Over $200.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•  Two or more refunds in the last 12 months, or an account under 3 months old.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•  Change of mind after 14 days (the manager said: no exceptions).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•  Never arrived, and late delivery: these need a human judgment call.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•  The same request id twice with different details.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34440"/>
            <a:ext cx="5440680" cy="30632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371600"/>
            <a:ext cx="4983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Approved automatically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874519"/>
            <a:ext cx="49834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•  The warehouse confirmed we sent the wrong item.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•  Damage claim of $50 or less.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•  Damage claim over $50 where the note says a photo shows the damage.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•  Wrong size, or change of mind within 14 days.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480560"/>
            <a:ext cx="5440680" cy="1874519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4617720"/>
            <a:ext cx="4983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Two outcomes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5120640"/>
            <a:ext cx="4983480" cy="1097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•  Approve, or send to a person. The system never rejects: a wrong rejection costs an appeal and maybe the customer.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•  Every automatic approval records which rule fired and which words in the note it relied 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The evidence: we replayed the rules on the 248 past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40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Because we know what happened afterwards (chargebacks, appeals, the reviewer's decision), we can check every automatic approval the rules would have made.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54406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old automatic rule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rules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approved automatically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111 (45%)  $3,377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120 (48%)  $5,015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reviewer minutes saved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156 of 1,119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agreed with the final human decision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bad approvals we could have caught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bad approvals nobody could catch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 ($49)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 ($49)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69080"/>
            <a:ext cx="54406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A4A4A"/>
                </a:solidFill>
                <a:latin typeface="Calibri"/>
              </a:rPr>
              <a:t>What 'bad' means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The refund was approved, and later the bank took the money back, or the fraud team was never asked about a fraud flag, or a reviewer had said no.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'Could have caught' means a note or a flag was there to read. The one case nobody could catch had no note at all.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The replay found a wrong rule: 'photo attached' approved two claims where the photo showed the item was fine. The rule now needs a photo that shows damage.</a:t>
            </a:r>
          </a:p>
        </p:txBody>
      </p:sp>
      <p:pic>
        <p:nvPicPr>
          <p:cNvPr id="6" name="Picture 5" descr="fig3_old_rule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40680" cy="2720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91940"/>
            <a:ext cx="544068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A4A4A"/>
                </a:solidFill>
                <a:latin typeface="Calibri"/>
              </a:rPr>
              <a:t>The old rule, worked out from the data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Amount up to $54, no earlier refunds, account at least 9 months old. It skipped 22 small clean requests from newer accounts (21 approved anyway) and approved one later chargeback.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The $200 limit is the highest one with zero catchable bad approvals. Above $150 there are only 5 past cases, so the evidence is thin; the manager can lower it with one change.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The two screens: the reviewer's queue, and the manager's rules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5440680" cy="51206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4983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The reviewer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498348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What lands here: every request the rules did not take, oldest first. Fraud cases have their own filter.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What they see: why it is here, in plain words. What the model read in the notes, with the exact quote. The customer's history. The manager's policy note that applies.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What they can do: approve, approve part of it, reject, or send to the fraud team. Part and reject need a reason.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What happens after: one line in the decision log with the reviewer's name, the time and the rules version. The request leaves the queue.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34440"/>
            <a:ext cx="5440680" cy="51206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371600"/>
            <a:ext cx="4983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The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874519"/>
            <a:ext cx="498348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Types a sentence: 'From now on, anything over $300 comes to us.' The model turns it into a rule, or explains why it cannot ('nothing in the data says if a customer is angry').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Checks the rule in a form. Several changes can be collected into one new version.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Dry run: the old rules and the new rules are replayed on the 248 past requests and the 20 waiting. She sees what changes, the dollars, and a red list of past bad cases the change would approve. Red blocks publishing.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Publishes a new version with a note. Any old version can be brought back with one click.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How we would know it is wrong: before switch-on, and after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5440680" cy="23774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4983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Before: the replay is a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4983480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If the rules would approve a past case that went bad and could have been caught, the test fails and the change cannot be published.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The model's reading of notes is checked separately on 205 notes labelled by hand (slide 9).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94760"/>
            <a:ext cx="5440680" cy="256032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931920"/>
            <a:ext cx="4983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4573D"/>
                </a:solidFill>
                <a:latin typeface="Cambria"/>
              </a:rPr>
              <a:t>Rollback, two levels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34840"/>
            <a:ext cx="4983480" cy="17830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One bad case: a chargeback on something the system approved. The manager switches off the one rule that approved it. No engineer needed.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A pattern over 4 weeks: more chargebacks on automatic approvals than people had (3.7%), or one week paying out 1.5 times the usual. She publishes a rule that sends everything to people. Same 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234440"/>
            <a:ext cx="5440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After: five numbers, checked weekly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737360"/>
          <a:ext cx="54406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606040"/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number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good looks like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share approved automatically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about 48%, and stable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chargebacks on automatic approvals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zero; below the human rate of 3.7%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dollars approved automatically per week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about $450; never above 1.5×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oldest request waiting for a person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under one working day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appeals on reviewer rejections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fewer than today's 3 of 24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3931920"/>
            <a:ext cx="544068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Calibri"/>
              </a:rPr>
              <a:t>Honest note: 248 past requests is a small sample. The replay proves we did not repeat a known mistake; the weekly numbers are the real test.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Where the AI is used, where it is not, and why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5440680" cy="246888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4983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Used, for two narrow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498348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Reading notes: five yes/no questions per note, with the quote it relied on. Only when a rule needs it. Answers are saved, so a note is read once.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Turning the manager's sentence into a rule. The code checks that the rule only uses things the system can measure.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86200"/>
            <a:ext cx="5440680" cy="246888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4983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4573D"/>
                </a:solidFill>
                <a:latin typeface="Cambria"/>
              </a:rPr>
              <a:t>Deliberately not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498348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Deciding money. A rule gives the same answer every time and can be tested; a model does neither.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Rejecting anyone. Rejections stay with people.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A 'risk score' model: 248 rows is too few, and a line you can explain is worth more.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234440"/>
            <a:ext cx="5440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Model, cost, and how well it reads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37360"/>
            <a:ext cx="544068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Claude Haiku 5.5, the small fast model. About $0.0002 per note read; most requests need no call, so under $0.0001 per decision.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No API key: the answers are 'unknown' and those requests go to a person. It never approves blindly.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17920" y="3520440"/>
          <a:ext cx="54406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600200"/>
                <a:gridCol w="1325880"/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 the model answers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when it says yes, it is right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finds the yes cases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photo shows the damage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97%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carrier has proof of delivery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carrier opened an investigation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76%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card confirmed stolen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91%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our mistake confirmed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17920" y="5394960"/>
            <a:ext cx="54406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Calibri"/>
              </a:rPr>
              <a:t>A wrong 'yes' could approve money, so that is the number that must be perfect. A missed 'yes' only sends the case to a person.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What was left out, and what comes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5440680" cy="51206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4983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Left out on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498348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Login, hosting, real payments, a real fraud-team workflow, a database, notifications.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Editing an existing rule in place: today it is done by sentence, or by switching one rule off and adding another.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Approval rules sit below the guard rules by default; moving one up is possible, and the red list in the dry run is the safety net.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34440"/>
            <a:ext cx="5440680" cy="51206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371600"/>
            <a:ext cx="4983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4573D"/>
                </a:solidFill>
                <a:latin typeface="Cambria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874519"/>
            <a:ext cx="498348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A monitoring page fed by the decision logs: the five weekly numbers, with the rollback lines drawn on.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Re-check a sample of the model's answers every week; alert if a question's accuracy drops.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Make the engine always run guard rules before approval rules, and let one sentence become several changes ('stolen-card cases go straight through' really means: narrow the fraud guard, then add an approval).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Real carrier data for signatures and traces, instead of reading support shorthand.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When a reviewer overrides a routed case, suggest the rule change that would have automated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Appendix: the data, and what was wrong with it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544068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51560"/>
                <a:gridCol w="2011680"/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problem in the file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 many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we do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same request id twice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3 (+1 pending)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keep the first; if details differ, a person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fraud flag as Y, N, false, blank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read them; blank = unknown = a person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reason spelled differently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map to the six official reasons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amounts like 'USD 120.00'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read them; unreadable = a person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dates in three formats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read them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card or phone number in a note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hidden before the model or a log sees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reviewer went against the written policy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truth = what happened after appeals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fig5_bad_outco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34440"/>
            <a:ext cx="5440680" cy="24936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3910965"/>
            <a:ext cx="544068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Calibri"/>
              </a:rPr>
              <a:t>The bad outcomes sit above $150, on fraud flags, or on 'never arrived' claims where the carrier had a signature. Three rejections were overturned on appeal; one of those customers closed the account.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