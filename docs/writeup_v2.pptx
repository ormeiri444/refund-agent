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111 of 248 requests were decided automatically, 137 by people. Mean 8.2 minutes per human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live in policies/v1.json: a list of yes/no questions about the notes and an ordered list of rules. First matching rule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from docs/eda/findings.md, section 'The line', generated by refund-agent backtest.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on these screens is a mock: they call the same engine and logs as the command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Baselines come from the replay: about $450 per week approved automatically over 11 weeks of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Checked on 205 notes labelled by hand; details and every mismatch in docs/eda/extractor_eval.md.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was 4-6 hours; a narrow thing that runs plus a clear list of what was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regenerates from the repo: scripts/eda.py, refund-agent backtest, scripts/eval_extractor.py, scripts/build_slides.py.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Refund requests: let rules take the easy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1EDE4"/>
                </a:solidFill>
                <a:latin typeface="Calibri"/>
              </a:rPr>
              <a:t>What happens today, from 3 months of real decisions (248 requests)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of requests were approved by an old automatic rule nobody remembers. Only 14% of the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50591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is what a person spends per request. 1,119 minutes in the sample, 4 reviewers.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4573D"/>
                </a:solidFill>
                <a:latin typeface="Cambri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chargebacks: the bank took the money back after we refunded. About $2,519 lost.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91840"/>
            <a:ext cx="2606040" cy="137160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05072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small, clean requests went to a person only because the account was new. 21 were approved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544068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Before: one queue for everything. A $20 shirt in the wrong size waits behind a $495 fraud case.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After: written rules approve the safe cases. People get the rest, with the reason and the evidence. The manager changes the rules herself, and sees the effect before it goes live.</a:t>
            </a:r>
          </a:p>
        </p:txBody>
      </p:sp>
      <p:pic>
        <p:nvPicPr>
          <p:cNvPr id="18" name="Picture 17" descr="fig4_reviewer_minutes_by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40680" cy="2266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4187190"/>
            <a:ext cx="54406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1EDE4"/>
                </a:solidFill>
                <a:latin typeface="Calibri"/>
              </a:rPr>
              <a:t>Where reviewer time goes. The tiny approvals under $50 are only 6% of it. Most time goes to $50–200 requests, where the answer sits in a note: was there a photo, did the warehouse confirm a mistake.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The line: what the system decides alone, and what goes to a person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Goes to a person (checked first)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Fraud flag from the payment provider: goes to the fraud team.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Anything we cannot read: blank amount, blank fraud flag, unknown account age.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Over $200.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Two or more refunds in the last 12 months, or an account under 3 months old.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Change of mind after 14 days (the manager said: no exceptions).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Never arrived, and late delivery: these need a human judgment call.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The same request id twice with different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30632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Approved automatically (only if nothing above applies)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9834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The warehouse confirmed we sent the wrong item.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Damage claim of $50 or less.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Damage claim over $50 where the note says a photo shows the damage.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Wrong size, or change of mind within 14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80560"/>
            <a:ext cx="5440680" cy="1874519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61772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Two outcomes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120640"/>
            <a:ext cx="4983480" cy="10972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Approve, or send to a person. The system never rejects: a wrong rejection costs an appeal and maybe the customer.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•  Every automatic approval records which rule fired and which words in the note it relied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The evidence: we replayed the rules on the 248 past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40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1B1B"/>
                </a:solidFill>
                <a:latin typeface="Calibri"/>
              </a:rPr>
              <a:t>Because we know what happened afterwards (chargebacks, appeals, the reviewer's decision), we can check every automatic approval the rules would have made.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0312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554480"/>
                <a:gridCol w="15544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old automatic rule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rules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approved automatically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111 (45%)  $3,377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120 (48%)  $5,015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reviewer minutes saved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156 of 1,119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agreed with the final human decision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bad approvals we could have caught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bad approvals nobody could catch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 ($49)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 ($49)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69080"/>
            <a:ext cx="54406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4A4A"/>
                </a:solidFill>
                <a:latin typeface="Calibri"/>
              </a:rPr>
              <a:t>What 'bad' means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The refund was approved, and later the bank took the money back, or the fraud team was never asked about a fraud flag, or a reviewer had said no.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'Could have caught' means a note or a flag was there to read. The one case nobody could catch had no note at all.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The replay found a wrong rule: 'photo attached' approved two claims where the photo showed the item was fine. The rule now needs a photo that shows damage.</a:t>
            </a:r>
          </a:p>
        </p:txBody>
      </p:sp>
      <p:pic>
        <p:nvPicPr>
          <p:cNvPr id="6" name="Picture 5" descr="fig3_old_rul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40680" cy="2720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091940"/>
            <a:ext cx="54406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4A4A"/>
                </a:solidFill>
                <a:latin typeface="Calibri"/>
              </a:rPr>
              <a:t>The old rule, worked out from the data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Amount up to $54, no earlier refunds, account at least 9 months old. It skipped 22 small clean requests from newer accounts (21 approved anyway) and approved one later chargeback.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The $200 limit is the highest one with zero catchable bad approvals. Above $150 there are only 5 past cases, so the evidence is thin; the manager can lower it with one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The two screens: the reviewer's queue, and the manager's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The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lands here: every request the rules did not take, oldest first. Fraud cases have their own filter.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they see: why it is here, in plain words. What the model read in the notes, with the exact quote. The customer's history. The manager's policy note that applies.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they can do: approve, approve part of it, reject, or send to the fraud team. Part and reject need a reason.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What happens after: one line in the decision log with the reviewer's name, the time and the rules version. The request leaves the queue.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The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Types a sentence: 'From now on, anything over $300 comes to us.' The model turns it into a rule, or explains why it cannot ('nothing in the data says if a customer is angry').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Checks the rule in a form. Several changes can be collected into one new version.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Dry run: the old rules and the new rules are replayed on the 248 past requests and the 20 waiting. She sees what changes, the dollars, and a red list of past bad cases the change would approve. Red blocks publishing.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Publishes a new version with a note. Any old version can be brought back with one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How we would know it is wrong: before switch-on, and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23774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Before: the replay is a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If the rules would approve a past case that went bad and could have been caught, the test fails and the change cannot be published.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The model's reading of notes is checked separately on 205 notes labelled by hand (next slide).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440680" cy="256032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Rollback, two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4983480" cy="17830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One bad case: a chargeback on something the system approved. The manager switches off the one rule that approved it. No engineer needed.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pattern over 4 weeks: more chargebacks on automatic approvals than people had (3.7%), or one week paying out 1.5 times the usual. She publishes a rule that sends everything to people. Same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After: five numbers, checked weekly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3736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60604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number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good looks like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share approved automatically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about 48%, and stable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chargebacks on automatic approvals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zero; below the human rate of 3.7%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dollars approved automatically per week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about $450; never above 1.5×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oldest request waiting for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under one working day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appeals on reviewer rejections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fewer than today's 3 of 24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3931920"/>
            <a:ext cx="54406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Honest note: 248 past requests is a small sample. The replay proves we did not repeat a known mistake; the weekly numbers are the real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Where the AI is used, where it is not, and why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246888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Used, for two narrow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Reading notes: five yes/no questions per note, with the quote it relied on. Only when a rule needs it. Answers are saved, so a note is read once.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Turning the manager's sentence into a rule. The code checks that the rule only uses things the system can measure.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86200"/>
            <a:ext cx="5440680" cy="246888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Deliberately not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498348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Deciding money. A rule gives the same answer every time and can be tested; a model does neither.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Rejecting anyone. Rejections stay with people.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'risk score' model: 248 rows is too few, and a line you can explain is worth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Model, cost, and how well it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4406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Claude Haiku 5.5, the small fast model. About $0.0002 per note read; most requests need no call, so under $0.0001 per decision.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No API key: the answers are 'unknown' and those requests go to a person. It never approves blindly.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3520440"/>
          <a:ext cx="5440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600200"/>
                <a:gridCol w="13258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the model answers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 it says yes, it is right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finds the yes cases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photo shows the damage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97%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carrier has proof of delivery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carrier opened an investigation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76%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card confirmed stolen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our mistake confirmed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5394960"/>
            <a:ext cx="54406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 wrong 'yes' could approve money, so that is the number that must be perfect. A missed 'yes' only sends the case to a person.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How it was built, what was left out, and what comes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440680" cy="233172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AI coding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983480" cy="15544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Built with Claude Code: a design conversation, a written plan with tests for each step, then one branch per step.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Thrown away: the first note question, 'photo attached'. The replay showed two approvals where the photo proved the item was fine. Also a first cache design that would have re-paid for every unknown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39"/>
            <a:ext cx="5440680" cy="26060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4A4A"/>
                </a:solidFill>
                <a:latin typeface="Cambria"/>
              </a:rPr>
              <a:t>Left out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49834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Login, hosting, real payments, a real fraud-team workflow, a database, notifications.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Editing an existing rule in place: today it is done by sentence, or by switching one rule off and adding another.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Approval rules sit below the guard rules by default; moving one up is possible, and the red list in the dry run is the safety 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40680" cy="5120640"/>
          </a:xfrm>
          <a:prstGeom prst="round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49834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4573D"/>
                </a:solidFill>
                <a:latin typeface="Cambria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983480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A monitoring page fed by the decision logs: the five weekly numbers, with the rollback lines drawn on.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Re-check a sample of the model's answers every week; alert if a question's accuracy drops.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Make the engine always run guard rules before approval rules, and let one sentence become several changes ('stolen-card cases go straight through' really means: narrow the fraud guard, then add an approval).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Real carrier data for signatures and traces, instead of reading support shorthand.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>•  When a reviewer overrides a routed case, suggest the rule change that would have automated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A4A4A"/>
                </a:solidFill>
                <a:latin typeface="Cambria"/>
              </a:rPr>
              <a:t>Appendix: the data, and what was wrong with 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54406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5156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in the file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many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do</a:t>
                      </a:r>
                    </a:p>
                  </a:txBody>
                  <a:tcPr marL="54864" marR="54864" marT="27432" marB="27432">
                    <a:solidFill>
                      <a:srgbClr val="0F6E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same request id twice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3 (+1 pending)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keep the first; if details differ, a person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fraud flag as Y, N, false, blank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read them; blank = unknown =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reason spelled differently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map to the six official reasons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amounts like 'USD 120.00'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read them; unreadable = a person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dates in three formats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read them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card or phone number in a note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hidden before the model or a log sees 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reviewer went against the written policy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B1B1B"/>
                          </a:solidFill>
                          <a:latin typeface="Calibri"/>
                        </a:defRPr>
                      </a:pPr>
                      <a:r>
                        <a:t>truth = what happened after appeals</a:t>
                      </a:r>
                    </a:p>
                  </a:txBody>
                  <a:tcPr marL="54864" marR="54864" marT="27432" marB="27432"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ig5_bad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440680" cy="2493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3910965"/>
            <a:ext cx="54406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The bad outcomes sit above $150, on fraud flags, or on 'never arrived' claims where the carrier had a signature. Three rejections were overturned on appeal; one of those customers closed the account.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