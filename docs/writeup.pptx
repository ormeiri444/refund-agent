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67"/>
    <p:restoredTop sz="94719"/>
  </p:normalViewPr>
  <p:slideViewPr>
    <p:cSldViewPr snapToGrid="0" snapToObjects="1">
      <p:cViewPr varScale="1">
        <p:scale>
          <a:sx n="148" d="100"/>
          <a:sy n="148" d="100"/>
        </p:scale>
        <p:origin x="11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1460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Process today from the data: 111 of 248 auto, 137 human, 4 reviewers, mean 8.2 minutes. Eight chargebacks. The sample is 11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bad approval = chargeback, or fraud flag without fraud-team confirmation, or a reviewer rejected / paid partial (after appeals). Detectable = a note or flag was there to read; those FAIL the backtest. Undetectable are listed as accepted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flow for the recording: Home → run → Reviewer Queue (approve, partial with reason, fraud case) → Manager Policy (example button, translate, dry run, publish, re-run pending, rollback).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Baselines come from refund-agent backtest: expected $450 per week auto-approved, 11.1 weeks of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Eval details and every mismatch in docs/eda/extractor_eval.md. The model is slightly non-deterministic between runs, always toward 'unknown'.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here is listed in README 'What was cut, and what's next'.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numbers computed, none typed by hand; see docs/eda/findings.md.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50608"/>
          </a:xfrm>
          <a:prstGeom prst="rect">
            <a:avLst/>
          </a:prstGeom>
          <a:solidFill>
            <a:srgbClr val="0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dirty="0">
                <a:solidFill>
                  <a:srgbClr val="FFFFFF"/>
                </a:solidFill>
                <a:latin typeface="Cambria"/>
              </a:rPr>
              <a:t>Refund triage: rules decide, a model reads, people 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5764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F1EDE4"/>
                </a:solidFill>
                <a:latin typeface="Calibri"/>
              </a:rPr>
              <a:t>Windward · Applied AI Engineer home assignment · Or Meiri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696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F1EDE4"/>
                </a:solidFill>
                <a:latin typeface="Calibri"/>
              </a:rPr>
              <a:t>THE PROCESS TODAY (3 months of history, 248 requests)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514600" cy="12344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45%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44368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decided by the old auto rule, but only 14% of the dollars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194560"/>
            <a:ext cx="2514600" cy="12344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230428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8.2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944368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a reviewer spends per request; 1,119 min in the 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2514600" cy="12344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72160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4573D"/>
                </a:solidFill>
                <a:latin typeface="Cambri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61688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chargebacks ≈ $2,519 lost; 7 above $150, 2 fraud-flagged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3611880"/>
            <a:ext cx="2514600" cy="12344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9000" y="372160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361688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small, clean requests read by a human because the account was young; 21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74920"/>
            <a:ext cx="5303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Before: one queue. A $20 wrong-size shirt waits behind a $495 fraud case; nobody remembers the auto rule's logic.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After: explicit rules take the safe cases (48%), a reviewer queue holds the rest with the reason and the evidence, and the manager changes the rules herself with a dry run first.</a:t>
            </a:r>
          </a:p>
        </p:txBody>
      </p:sp>
      <p:pic>
        <p:nvPicPr>
          <p:cNvPr id="19" name="Picture 18" descr="fig4_reviewer_minutes_by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197012"/>
            <a:ext cx="6303216" cy="26263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848" y="507492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F1EDE4"/>
                </a:solidFill>
                <a:latin typeface="Calibri"/>
              </a:rPr>
              <a:t>Where reviewer time goes: the trivial sub-$50 approvals are 6% of it. The real win is the $50–200 band, where a note (photo, picking error) settles the case.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The line: what the system handles alone, and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4864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Guards first, top to bottom: fraud flag → fraud queue; unknown amount/flag/tenure → person; over $200 → person; 2+ refunds in 12 months; account under 3 months; change of mind after 14 days; never arrived; late delivery (partial calls); duplicate id with different details.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Then approvals: our picking error confirmed in the note; damage ≤ $50; damage &gt; $50 with a photo that shows damage; wrong size or change of mind within 14 days.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Two outcomes only: approve, or route to a person. The system never rejects.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The policy is a JSON file, versioned, never overwritten. Every approval records its rule, facts and quotes.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4A4A"/>
                </a:solidFill>
                <a:latin typeface="Calibri"/>
              </a:rPr>
              <a:t>Backtest, policy v1 replayed on the 248 past requests (facts 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709160"/>
          <a:ext cx="54864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old auto rule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policy v1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auto-approved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111 (45%), $3,377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120 (48%), $5,015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reviewer minutes saved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156 of 1,119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agreement with final human decision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bad approvals a note/flag could have caught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 (it never read notes)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accepted risk (nothing to read)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 ($49)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 ($49)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6" name="Picture 5" descr="fig3_old_rule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394960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406908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The old rule, reverse-engineered: ≤ $54, no prior refunds, 9+ months tenure. It missed 22 small clean requests from new accounts (21 approved anyway) and approved one later chargeback.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4937760"/>
            <a:ext cx="53949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4A4A"/>
                </a:solidFill>
                <a:latin typeface="Calibri"/>
              </a:rPr>
              <a:t>How the cap was chosen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Largest cap with zero detectable bad approvals: $200. Evidence above $150 is thin (5 cases); the manager can lower it with one change.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The backtest caught a wrong fact: 'photo attached' approved 2 claims where the photo proved the item was fine. The fact became 'damage photo confirmed'.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The two mechanisms (both wired to the real engine, nothing mocked)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80160"/>
            <a:ext cx="5349240" cy="50292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59" y="146304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A4A4A"/>
                </a:solidFill>
                <a:latin typeface="Cambria"/>
              </a:rPr>
              <a:t>Reviewer: the queue</a:t>
            </a:r>
          </a:p>
        </p:txBody>
      </p:sp>
      <p:sp>
        <p:nvSpPr>
          <p:cNvPr id="5" name="Oval 4"/>
          <p:cNvSpPr/>
          <p:nvPr/>
        </p:nvSpPr>
        <p:spPr>
          <a:xfrm>
            <a:off x="822959" y="2103120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167128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84831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Lands: everything the rules routed, oldest first; fraud-flagged cases in a fraud filter.</a:t>
            </a:r>
          </a:p>
        </p:txBody>
      </p:sp>
      <p:sp>
        <p:nvSpPr>
          <p:cNvPr id="8" name="Oval 7"/>
          <p:cNvSpPr/>
          <p:nvPr/>
        </p:nvSpPr>
        <p:spPr>
          <a:xfrm>
            <a:off x="822959" y="3127248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2167128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08960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Sees: why it is here (the rule in plain words), what the model read in the notes with the exact quote, the customer's history, and the manager's policy note that applies.</a:t>
            </a:r>
          </a:p>
        </p:txBody>
      </p:sp>
      <p:sp>
        <p:nvSpPr>
          <p:cNvPr id="11" name="Oval 10"/>
          <p:cNvSpPr/>
          <p:nvPr/>
        </p:nvSpPr>
        <p:spPr>
          <a:xfrm>
            <a:off x="822959" y="4151376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2167128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133087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Does: approve in full · approve partial · reject · send to fraud. Partial and reject need a reason.</a:t>
            </a:r>
          </a:p>
        </p:txBody>
      </p:sp>
      <p:sp>
        <p:nvSpPr>
          <p:cNvPr id="14" name="Oval 13"/>
          <p:cNvSpPr/>
          <p:nvPr/>
        </p:nvSpPr>
        <p:spPr>
          <a:xfrm>
            <a:off x="822959" y="5175504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157216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After: one line in the decision log with reviewer, time and policy version; the request leaves the queue. A collapsed table shows what the system approved, for spot-checks.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280160"/>
            <a:ext cx="5349240" cy="50292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146304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A4A4A"/>
                </a:solidFill>
                <a:latin typeface="Cambria"/>
              </a:rPr>
              <a:t>Manager: changing a rule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0" y="2103120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2167128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084831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Types English: 'From now on, anything over $300 comes to us.' The model returns one structured change, or says exactly why it can't ('no fact covers angry').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3127248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0" y="2167128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108960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Checks it in a form; stages it in a proposal (several changes batch into one version).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0" y="4151376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2167128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33087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Dry run: live vs proposal on 248 past + 20 pending requests. What flips, the dollars, and red (would newly approve past bad cases, blocks publish) / yellow / green lists.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5175504"/>
            <a:ext cx="384048" cy="384048"/>
          </a:xfrm>
          <a:prstGeom prst="ellipse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0" y="5157216"/>
            <a:ext cx="42976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Publishes v{N+1} with a pre-filled change note; rollback republishes an older version. Nothing re-decided silently.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How we'd know it is wrong: before switch-on, and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4A4A"/>
                </a:solidFill>
                <a:latin typeface="Calibri"/>
              </a:rPr>
              <a:t>Before: the backtest is a test, not a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10772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•  FAIL if the policy would approve any past case that went bad and that a note or flag could have caught. </a:t>
            </a:r>
            <a:r>
              <a:rPr lang="en-US" sz="1200" dirty="0">
                <a:solidFill>
                  <a:srgbClr val="1B1B1B"/>
                </a:solidFill>
                <a:latin typeface="Calibri"/>
              </a:rPr>
              <a:t>T</a:t>
            </a:r>
            <a:r>
              <a:rPr sz="1200" b="0" dirty="0">
                <a:solidFill>
                  <a:srgbClr val="1B1B1B"/>
                </a:solidFill>
                <a:latin typeface="Calibri"/>
              </a:rPr>
              <a:t>he manager's dry run shows the same red list.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•  Cap table at $54–$200: zero detectable bad at every cap with facts on; the gain from $100 to $200 is 9 requests, $1,376.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•  Model reading checked separately on 205 hand-labelled notes (next slide).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0A4A4A"/>
                </a:solidFill>
                <a:latin typeface="Calibri"/>
              </a:rPr>
              <a:t>After: the few numbers to watch, weekly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297680"/>
          <a:ext cx="54864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number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good looks like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auto-approval rate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≈ 48% and stable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48% in backtest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chargebacks on auto-approvals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 per week; rate &lt; human 3.7%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 of 120 in backtest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auto-approved $ per week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≈ $450, never &gt; 1.5×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$450 expected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queue age (oldest waiting)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&lt; 1 working day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n/a today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appeals on reviewer rejections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fewer than today's 3 of 24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rPr dirty="0"/>
                        <a:t>12%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309360" y="1234440"/>
            <a:ext cx="534924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dirty="0">
                <a:solidFill>
                  <a:srgbClr val="0A4A4A"/>
                </a:solidFill>
                <a:latin typeface="Cambria"/>
              </a:rPr>
              <a:t>Rollback, two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4573D"/>
                </a:solidFill>
                <a:latin typeface="Calibri"/>
              </a:rPr>
              <a:t>Tier 1 · one bad case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A chargeback or fraud confirmation on an auto-approved request: the manager disables the rule that fired, from the policy page, no engineer.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846320" cy="1015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dirty="0">
                <a:solidFill>
                  <a:srgbClr val="E4573D"/>
                </a:solidFill>
                <a:latin typeface="Calibri"/>
              </a:rPr>
              <a:t>Tier 2 · a pattern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Trailing 4 weeks: chargeback rate on auto-approvals above the human rate (3.7%), or one week's auto-approved dollars above 1.5× the baseline. She publishes a policy whose first rule is ALWAYS route: everything goes back to people, same 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Where AI is, where it isn't, and why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22860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4A4A"/>
                </a:solidFill>
                <a:latin typeface="Calibri"/>
              </a:rPr>
              <a:t>Used, narrowly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Reading notes: 5 yes/no/unknown questions per note, with the quote. Only when a rule needs it; cached per request, question wording and model.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Translating the manager's English into one structured change, checked against a closed vocabulary.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440680" cy="22860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4573D"/>
                </a:solidFill>
                <a:latin typeface="Calibri"/>
              </a:rPr>
              <a:t>Deliberately not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Deciding money. A rule is the same every time and can be tested; a model is neither. Every approval is traceable to a rule id.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Rejecting. A wrong rejection costs an appeal and maybe the customer; rejections stay human.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Any 'risk score' model: 248 rows, and the brief rewards a line you can explain.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4A4A"/>
                </a:solidFill>
                <a:latin typeface="Calibri"/>
              </a:rPr>
              <a:t>Model and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440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claude-haiku-5-5, low effort, structured output (schema-validated). $0.10 / $0.50 per M tokens.</a:t>
            </a: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≈ 1,200 tokens in, 180 out, 1.3 s, $0.0002 per note read; most requests need no call: ≈ $0.00008 per decision over history.</a:t>
            </a: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No key → facts unknown → the request goes to a person. Never silently approves.</a:t>
            </a: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Switchable per job from the app sidebar (Haiku / Sonnet / Opus) if a fact needs a stronger reader.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749039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4A4A"/>
                </a:solidFill>
                <a:latin typeface="Calibri"/>
              </a:rPr>
              <a:t>Evaluation: 205 hand-labelled notes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4160520"/>
          <a:ext cx="54406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fact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 of 'yes'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damage photo confirmed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carrier proof of delivery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carrier investigation open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0.76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card confirmed stolen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our error confirmed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5897880"/>
            <a:ext cx="5440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 wrong 'yes' can approve money, so precision is the bar (≥ 0.95). A miss only sends the case to a person. Two wording rounds fixed over-reads; one over-read remains on an unused fact.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What I cut, what I'd do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4A4A"/>
                </a:solidFill>
                <a:latin typeface="Calibri"/>
              </a:rPr>
              <a:t>Cut on purpose (4–6 h scope)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4937760" cy="12464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Auth, deployment, payments, a real fraud-team workflow, a database, notifications.</a:t>
            </a: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'Edit this rule' button: changes to existing rules go through English, or disable + add.</a:t>
            </a: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Engine-enforced 'route rules before approve rules'. Today approve rules default to the bottom; moving one up is possible and the dry run's red list is the safety net.</a:t>
            </a:r>
          </a:p>
          <a:p>
            <a:pPr algn="l">
              <a:spcAft>
                <a:spcPts val="600"/>
              </a:spcAft>
            </a:pPr>
            <a:r>
              <a:rPr sz="1100" b="0" dirty="0">
                <a:solidFill>
                  <a:srgbClr val="1B1B1B"/>
                </a:solidFill>
                <a:latin typeface="Calibri"/>
              </a:rPr>
              <a:t>•  One sentence → several changes. The brief's 'stolen-card cases go straight through' is really 'narrow the fraud guard + add an approval'.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71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4573D"/>
                </a:solidFill>
                <a:latin typeface="Calibri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9377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A monitoring page fed by the decision logs: the five numbers from slide 4, with the rollback thresholds drawn on.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Weekly re-labelling of a sample of model answers; alert when a fact's precision drops.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Richer evidence inputs: carrier API for signatures and traces instead of reading support shorthand.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Reviewer feedback loop: when a reviewer overrides a routed case, propose the rule change that would have automated it.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•  Partial refunds by rule for late delivery (shipping only), once the manager signs 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A4A4A"/>
                </a:solidFill>
                <a:latin typeface="Cambria"/>
              </a:rPr>
              <a:t>Appendix: the data, and what was wrong with 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120640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 in history.csv (251 rows)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handling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duplicate request ids (one pending id has 2 amounts)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3 (+1)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keep first; conflicting → person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fraud flag as Y / N / false / blank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9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map; blank = unknown →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reason spelled differently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map to the 6 official reasons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amounts like 'USD 120.00', ' 42 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parse; unparseable →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dates as DD/MM/YYYY or ISO-Z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parse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card number / phone in a note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redacted before any model or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reviewer decisions against the manager's notes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backtest truth = outcome after appeals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Picture 3" descr="fig5_bad_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5760720" cy="26403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3977639"/>
            <a:ext cx="5760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Bad outcomes sit above $150, on fraud flags, or on 'never arrived' with a carrier signature. Three rejections were overturned on appeal (one customer closed the account).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4A4A"/>
                </a:solidFill>
                <a:latin typeface="Calibri"/>
              </a:rPr>
              <a:t>If the cap were… (facts on)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297680"/>
          <a:ext cx="51206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auto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dollars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 saved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bad (detectable)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$54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104 (42%)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$3,130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$100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111 (45%)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$3,639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86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$150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115 (46%)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$4,140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104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$200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120 (48%)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$5,015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1991</Words>
  <Application>Microsoft Macintosh PowerPoint</Application>
  <PresentationFormat>Widescreen</PresentationFormat>
  <Paragraphs>191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שיר משיח</cp:lastModifiedBy>
  <cp:revision>6</cp:revision>
  <dcterms:created xsi:type="dcterms:W3CDTF">2013-01-27T09:14:16Z</dcterms:created>
  <dcterms:modified xsi:type="dcterms:W3CDTF">2026-10-31T14:32:16Z</dcterms:modified>
  <cp:category/>
</cp:coreProperties>
</file>