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111 of 248 requests were decided automatically, 137 by people. Mean 8.2 minutes per human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rules live in policies/v1.json: a list of yes/no questions about the notes and an ordered list of rules. First matching rule wins.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 from docs/eda/findings.md, section 'The line', generated by refund-agent backtest.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Nothing on these screens is a mock: they call the same engine and logs as the command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Baselines come from the replay: about $450 per week approved automatically over 11 weeks of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Checked on 205 notes labelled by hand; details and every mismatch in docs/eda/extractor_eval.md.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Scope was 4-6 hours; a narrow thing that runs plus a clear list of what was cut.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regenerates from the repo: scripts/eda.py, refund-agent backtest, scripts/eval_extractor.py, scripts/build_slides.py.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Refund requests: let rules take the easy 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1EDE4"/>
                </a:solidFill>
                <a:latin typeface="Calibri"/>
              </a:rPr>
              <a:t>What happens today, from 3 months of real decisions (248 requests)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2606040" cy="137160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24028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A4A4A"/>
                </a:solidFill>
                <a:latin typeface="Cambria"/>
              </a:rPr>
              <a:t>45%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50591"/>
            <a:ext cx="224028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of requests were approved by an old automatic rule nobody remembers. Only 14% of the money.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737360"/>
            <a:ext cx="2606040" cy="137160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828800"/>
            <a:ext cx="224028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A4A4A"/>
                </a:solidFill>
                <a:latin typeface="Cambria"/>
              </a:rPr>
              <a:t>8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450591"/>
            <a:ext cx="224028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is what a person spends per request. 1,119 minutes in the sample, 4 reviewers.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91840"/>
            <a:ext cx="2606040" cy="137160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224028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4573D"/>
                </a:solidFill>
                <a:latin typeface="Cambria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05072"/>
            <a:ext cx="224028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chargebacks: the bank took the money back after we refunded. About $2,519 lost.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3291840"/>
            <a:ext cx="2606040" cy="137160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3383280"/>
            <a:ext cx="224028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A4A4A"/>
                </a:solidFill>
                <a:latin typeface="Cambria"/>
              </a:rPr>
              <a:t>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005072"/>
            <a:ext cx="224028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small, clean requests went to a person only because the account was new. 21 were approved anyway.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92040"/>
            <a:ext cx="544068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Before: one queue for everything. A $20 shirt in the wrong size waits behind a $495 fraud case.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After: written rules approve the safe cases. People get the rest, with the reason and the evidence. The manager changes the rules herself, and sees the effect before it goes live.</a:t>
            </a:r>
          </a:p>
        </p:txBody>
      </p:sp>
      <p:pic>
        <p:nvPicPr>
          <p:cNvPr id="18" name="Picture 17" descr="fig4_reviewer_minutes_by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440680" cy="22669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17920" y="4187190"/>
            <a:ext cx="544068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1EDE4"/>
                </a:solidFill>
                <a:latin typeface="Calibri"/>
              </a:rPr>
              <a:t>Where reviewer time goes. The tiny approvals under $50 are only 6% of it. Most time goes to $50–200 requests, where the answer sits in a note: was there a photo, did the warehouse confirm a mistake.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A4A4A"/>
                </a:solidFill>
                <a:latin typeface="Cambria"/>
              </a:rPr>
              <a:t>The line: what the system decides alone, and what goes to a person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5440680" cy="512064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49834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A4A4A"/>
                </a:solidFill>
                <a:latin typeface="Cambria"/>
              </a:rPr>
              <a:t>Goes to a person (checked first)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4983480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B1B1B"/>
                </a:solidFill>
                <a:latin typeface="Calibri"/>
              </a:rPr>
              <a:t>•  Fraud flag from the payment provider: goes to the fraud team.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B1B1B"/>
                </a:solidFill>
                <a:latin typeface="Calibri"/>
              </a:rPr>
              <a:t>•  Anything we cannot read: blank amount, blank fraud flag, unknown account age.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B1B1B"/>
                </a:solidFill>
                <a:latin typeface="Calibri"/>
              </a:rPr>
              <a:t>•  Over $200.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B1B1B"/>
                </a:solidFill>
                <a:latin typeface="Calibri"/>
              </a:rPr>
              <a:t>•  Two or more refunds in the last 12 months, or an account under 3 months old.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B1B1B"/>
                </a:solidFill>
                <a:latin typeface="Calibri"/>
              </a:rPr>
              <a:t>•  Change of mind after 14 days (the manager said: no exceptions).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B1B1B"/>
                </a:solidFill>
                <a:latin typeface="Calibri"/>
              </a:rPr>
              <a:t>•  Never arrived, and late delivery: these need a human judgment call.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B1B1B"/>
                </a:solidFill>
                <a:latin typeface="Calibri"/>
              </a:rPr>
              <a:t>•  The same request id twice with different details.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5440680" cy="306324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371600"/>
            <a:ext cx="49834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A4A4A"/>
                </a:solidFill>
                <a:latin typeface="Cambria"/>
              </a:rPr>
              <a:t>Approved automatically (only if nothing above applies)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874519"/>
            <a:ext cx="498348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B1B1B"/>
                </a:solidFill>
                <a:latin typeface="Calibri"/>
              </a:rPr>
              <a:t>•  The warehouse confirmed we sent the wrong item.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B1B1B"/>
                </a:solidFill>
                <a:latin typeface="Calibri"/>
              </a:rPr>
              <a:t>•  Damage claim of $50 or less.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B1B1B"/>
                </a:solidFill>
                <a:latin typeface="Calibri"/>
              </a:rPr>
              <a:t>•  Damage claim over $50 where the note says a photo shows the damage.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B1B1B"/>
                </a:solidFill>
                <a:latin typeface="Calibri"/>
              </a:rPr>
              <a:t>•  Wrong size, or change of mind within 14 days.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480560"/>
            <a:ext cx="5440680" cy="1874519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4617720"/>
            <a:ext cx="49834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A4A4A"/>
                </a:solidFill>
                <a:latin typeface="Cambria"/>
              </a:rPr>
              <a:t>Two outcomes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5120640"/>
            <a:ext cx="4983480" cy="109727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B1B1B"/>
                </a:solidFill>
                <a:latin typeface="Calibri"/>
              </a:rPr>
              <a:t>•  Approve, or send to a person. The system never rejects: a wrong rejection costs an appeal and maybe the customer.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B1B1B"/>
                </a:solidFill>
                <a:latin typeface="Calibri"/>
              </a:rPr>
              <a:t>•  Every automatic approval records which rule fired and which words in the note it relied 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A4A4A"/>
                </a:solidFill>
                <a:latin typeface="Cambria"/>
              </a:rPr>
              <a:t>The evidence: we replayed the rules on the 248 past requests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4406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1B1B"/>
                </a:solidFill>
                <a:latin typeface="Calibri"/>
              </a:rPr>
              <a:t>Because we know what happened afterwards (chargebacks, appeals, the reviewer's decision), we can check every automatic approval the rules would have made.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103120"/>
          <a:ext cx="54406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1554480"/>
                <a:gridCol w="1554480"/>
              </a:tblGrid>
              <a:tr h="2926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marL="54864" marR="54864" marT="27432" marB="27432"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old automatic rule</a:t>
                      </a:r>
                    </a:p>
                  </a:txBody>
                  <a:tcPr marL="54864" marR="54864" marT="27432" marB="27432"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our rules</a:t>
                      </a:r>
                    </a:p>
                  </a:txBody>
                  <a:tcPr marL="54864" marR="54864" marT="27432" marB="27432">
                    <a:solidFill>
                      <a:srgbClr val="0F6E6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approved automatically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111 (45%)  $3,377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120 (48%)  $5,015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reviewer minutes saved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156 of 1,119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agreed with the final human decision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bad approvals we could have caught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bad approvals nobody could catch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 ($49)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 ($49)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069080"/>
            <a:ext cx="544068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A4A4A"/>
                </a:solidFill>
                <a:latin typeface="Calibri"/>
              </a:rPr>
              <a:t>What 'bad' means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The refund was approved, and later the bank took the money back, or the fraud team was never asked about a fraud flag, or a reviewer had said no.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'Could have caught' means a note or a flag was there to read. The one case nobody could catch had no note at all.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The replay found a wrong rule: 'photo attached' approved two claims where the photo showed the item was fine. The rule now needs a photo that shows damage.</a:t>
            </a:r>
          </a:p>
        </p:txBody>
      </p:sp>
      <p:pic>
        <p:nvPicPr>
          <p:cNvPr id="6" name="Picture 5" descr="fig3_old_rule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440680" cy="27203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4091940"/>
            <a:ext cx="544068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A4A4A"/>
                </a:solidFill>
                <a:latin typeface="Calibri"/>
              </a:rPr>
              <a:t>The old rule, worked out from the data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Amount up to $54, no earlier refunds, account at least 9 months old. It skipped 22 small clean requests from newer accounts (21 approved anyway) and approved one later chargeback.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The $200 limit is the highest one with zero catchable bad approvals. Above $150 there are only 5 past cases, so the evidence is thin; the manager can lower it with one change.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A4A4A"/>
                </a:solidFill>
                <a:latin typeface="Cambria"/>
              </a:rPr>
              <a:t>The two screens: the reviewer's queue, and the manager's rules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5440680" cy="512064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49834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A4A4A"/>
                </a:solidFill>
                <a:latin typeface="Cambria"/>
              </a:rPr>
              <a:t>The reviewer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4983480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What lands here: every request the rules did not take, oldest first. Fraud cases have their own filter.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What they see: why it is here, in plain words. What the model read in the notes, with the exact quote. The customer's history. The manager's policy note that applies.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What they can do: approve, approve part of it, reject, or send to the fraud team. Part and reject need a reason.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What happens after: one line in the decision log with the reviewer's name, the time and the rules version. The request leaves the queue.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5440680" cy="512064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371600"/>
            <a:ext cx="49834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A4A4A"/>
                </a:solidFill>
                <a:latin typeface="Cambria"/>
              </a:rPr>
              <a:t>The 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874519"/>
            <a:ext cx="4983480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Types a sentence: 'From now on, anything over $300 comes to us.' The model turns it into a rule, or explains why it cannot ('nothing in the data says if a customer is angry').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Checks the rule in a form. Several changes can be collected into one new version.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Dry run: the old rules and the new rules are replayed on the 248 past requests and the 20 waiting. She sees what changes, the dollars, and a red list of past bad cases the change would approve. Red blocks publishing.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Publishes a new version with a note. Any old version can be brought back with one click.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A4A4A"/>
                </a:solidFill>
                <a:latin typeface="Cambria"/>
              </a:rPr>
              <a:t>How we would know it is wrong: before switch-on, and after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5440680" cy="237744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49834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A4A4A"/>
                </a:solidFill>
                <a:latin typeface="Cambria"/>
              </a:rPr>
              <a:t>Before: the replay is a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4983480" cy="1600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If the rules would approve a past case that went bad and could have been caught, the test fails and the change cannot be published.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The model's reading of notes is checked separately on 205 notes labelled by hand (next slide).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794760"/>
            <a:ext cx="5440680" cy="256032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931920"/>
            <a:ext cx="49834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4573D"/>
                </a:solidFill>
                <a:latin typeface="Cambria"/>
              </a:rPr>
              <a:t>Rollback, two levels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434840"/>
            <a:ext cx="4983480" cy="178307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One bad case: a chargeback on something the system approved. The manager switches off the one rule that approved it. No engineer needed.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A pattern over 4 weeks: more chargebacks on automatic approvals than people had (3.7%), or one week paying out 1.5 times the usual. She publishes a rule that sends everything to people. Same 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234440"/>
            <a:ext cx="54406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A4A4A"/>
                </a:solidFill>
                <a:latin typeface="Cambria"/>
              </a:rPr>
              <a:t>After: five numbers, checked weekly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1737360"/>
          <a:ext cx="54406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606040"/>
              </a:tblGrid>
              <a:tr h="2926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number</a:t>
                      </a:r>
                    </a:p>
                  </a:txBody>
                  <a:tcPr marL="54864" marR="54864" marT="27432" marB="27432"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good looks like</a:t>
                      </a:r>
                    </a:p>
                  </a:txBody>
                  <a:tcPr marL="54864" marR="54864" marT="27432" marB="27432">
                    <a:solidFill>
                      <a:srgbClr val="0F6E6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share approved automatically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about 48%, and stable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chargebacks on automatic approvals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zero; below the human rate of 3.7%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dollars approved automatically per week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about $450; never above 1.5×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oldest request waiting for a person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under one working day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appeals on reviewer rejections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fewer than today's 3 of 24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17920" y="3931920"/>
            <a:ext cx="544068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Honest note: 248 past requests is a small sample. The replay proves we did not repeat a known mistake; the weekly numbers are the real test.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A4A4A"/>
                </a:solidFill>
                <a:latin typeface="Cambria"/>
              </a:rPr>
              <a:t>Where the AI is used, where it is not, and why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5440680" cy="246888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49834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A4A4A"/>
                </a:solidFill>
                <a:latin typeface="Cambria"/>
              </a:rPr>
              <a:t>Used, for two narrow 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4983480" cy="1691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Reading notes: five yes/no questions per note, with the quote it relied on. Only when a rule needs it. Answers are saved, so a note is read once.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Turning the manager's sentence into a rule. The code checks that the rule only uses things the system can measure.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886200"/>
            <a:ext cx="5440680" cy="246888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023360"/>
            <a:ext cx="49834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4573D"/>
                </a:solidFill>
                <a:latin typeface="Cambria"/>
              </a:rPr>
              <a:t>Deliberately not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26280"/>
            <a:ext cx="4983480" cy="1691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Deciding money. A rule gives the same answer every time and can be tested; a model does neither.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Rejecting anyone. Rejections stay with people.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A 'risk score' model: 248 rows is too few, and a line you can explain is worth more.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234440"/>
            <a:ext cx="54406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A4A4A"/>
                </a:solidFill>
                <a:latin typeface="Cambria"/>
              </a:rPr>
              <a:t>Model, cost, and how well it reads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737360"/>
            <a:ext cx="544068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Claude Haiku 5.5, the small fast model. About $0.0002 per note read; most requests need no call, so under $0.0001 per decision.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No API key: the answers are 'unknown' and those requests go to a person. It never approves blindly.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17920" y="3520440"/>
          <a:ext cx="54406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1600200"/>
                <a:gridCol w="1325880"/>
              </a:tblGrid>
              <a:tr h="2926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question the model answers</a:t>
                      </a:r>
                    </a:p>
                  </a:txBody>
                  <a:tcPr marL="54864" marR="54864" marT="27432" marB="27432"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when it says yes, it is right</a:t>
                      </a:r>
                    </a:p>
                  </a:txBody>
                  <a:tcPr marL="54864" marR="54864" marT="27432" marB="27432"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finds the yes cases</a:t>
                      </a:r>
                    </a:p>
                  </a:txBody>
                  <a:tcPr marL="54864" marR="54864" marT="27432" marB="27432">
                    <a:solidFill>
                      <a:srgbClr val="0F6E6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photo shows the damage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97%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carrier has proof of delivery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carrier opened an investigation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76%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card confirmed stolen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91%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our mistake confirmed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17920" y="5394960"/>
            <a:ext cx="54406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A wrong 'yes' could approve money, so that is the number that must be perfect. A missed 'yes' only sends the case to a person.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A4A4A"/>
                </a:solidFill>
                <a:latin typeface="Cambria"/>
              </a:rPr>
              <a:t>What was left out, and what comes next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5440680" cy="512064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49834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A4A4A"/>
                </a:solidFill>
                <a:latin typeface="Cambria"/>
              </a:rPr>
              <a:t>Left out on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4983480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Login, hosting, real payments, a real fraud-team workflow, a database, notifications.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Editing an existing rule in place: today it is done by sentence, or by switching one rule off and adding another.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Approval rules sit below the guard rules by default; moving one up is possible, and the red list in the dry run is the safety net.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5440680" cy="512064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371600"/>
            <a:ext cx="49834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4573D"/>
                </a:solidFill>
                <a:latin typeface="Cambria"/>
              </a:rPr>
              <a:t>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874519"/>
            <a:ext cx="4983480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A monitoring page fed by the decision logs: the five weekly numbers, with the rollback lines drawn on.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Re-check a sample of the model's answers every week; alert if a question's accuracy drops.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Make the engine always run guard rules before approval rules, and let one sentence become several changes ('stolen-card cases go straight through' really means: narrow the fraud guard, then add an approval).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Real carrier data for signatures and traces, instead of reading support shorthand.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When a reviewer overrides a routed case, suggest the rule change that would have automated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A4A4A"/>
                </a:solidFill>
                <a:latin typeface="Cambria"/>
              </a:rPr>
              <a:t>Appendix: the data, and what was wrong with it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544068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51560"/>
                <a:gridCol w="201168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problem in the file</a:t>
                      </a:r>
                    </a:p>
                  </a:txBody>
                  <a:tcPr marL="54864" marR="54864" marT="27432" marB="27432"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how many</a:t>
                      </a:r>
                    </a:p>
                  </a:txBody>
                  <a:tcPr marL="54864" marR="54864" marT="27432" marB="27432"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we do</a:t>
                      </a:r>
                    </a:p>
                  </a:txBody>
                  <a:tcPr marL="54864" marR="54864" marT="27432" marB="27432">
                    <a:solidFill>
                      <a:srgbClr val="0F6E6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same request id twice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3 (+1 pending)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keep the first; if details differ, a person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fraud flag as Y, N, false, blank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read them; blank = unknown = a person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reason spelled differently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map to the six official reasons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amounts like 'USD 120.00'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read them; unreadable = a person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dates in three formats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read them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card or phone number in a note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hidden before the model or a log sees it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reviewer went against the written policy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truth = what happened after appeals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fig5_bad_outco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34440"/>
            <a:ext cx="5440680" cy="24936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3910965"/>
            <a:ext cx="544068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The bad outcomes sit above $150, on fraud flags, or on 'never arrived' claims where the carrier had a signature. Three rejections were overturned on appeal; one of those customers closed the account.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